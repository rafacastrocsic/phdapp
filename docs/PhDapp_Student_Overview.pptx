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supervision hub,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one place.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Tasks, calendar, chat, reading, thesis — all linked to you.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TOUR · FOR STUDENTS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PhDapp?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single workspace for PhD-student supervision — connects everything you and your supervisors do day-to-day.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68880"/>
            <a:ext cx="73152" cy="16916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/ List / Gantt — your work, status, deadlines.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8328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2468880"/>
            <a:ext cx="73152" cy="169164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358444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58444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Events, task deadlines, supervisors' availability.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1792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2468880"/>
            <a:ext cx="73152" cy="169164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7" name="Text 14"/>
          <p:cNvSpPr/>
          <p:nvPr/>
        </p:nvSpPr>
        <p:spPr>
          <a:xfrm>
            <a:off x="641908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1908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with your team — replies, reactions, files.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05256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2560" y="246888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1" name="Text 18"/>
          <p:cNvSpPr/>
          <p:nvPr/>
        </p:nvSpPr>
        <p:spPr>
          <a:xfrm>
            <a:off x="925372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25372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papers and propose new ones to read.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43484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 &amp; publications, with Drive links.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338328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383280" y="4434840"/>
            <a:ext cx="73152" cy="169164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9" name="Text 26"/>
          <p:cNvSpPr/>
          <p:nvPr/>
        </p:nvSpPr>
        <p:spPr>
          <a:xfrm>
            <a:off x="358444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58444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shared Google Drive folder.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21792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7920" y="4434840"/>
            <a:ext cx="73152" cy="16916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3" name="Text 30"/>
          <p:cNvSpPr/>
          <p:nvPr/>
        </p:nvSpPr>
        <p:spPr>
          <a:xfrm>
            <a:off x="641908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1908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weekly nudge: did, blockers, next.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05256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052560" y="443484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37" name="Text 34"/>
          <p:cNvSpPr/>
          <p:nvPr/>
        </p:nvSpPr>
        <p:spPr>
          <a:xfrm>
            <a:off x="925372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925372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bug or idea to the admin.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16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Signing 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 in with the Google account your supervisor added. One account, no separate password.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03120"/>
            <a:ext cx="73152" cy="310896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267712"/>
            <a:ext cx="5257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sign in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166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‘Continue with Google’.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Gmail account your supervisor added.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Calendar + Drive access (read + write).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‘Access blocked’? Your email isn't on the test list yet.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Forgot a permission? Sign out + back in to re-authorise.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92240" y="2103120"/>
            <a:ext cx="51206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92240" y="210312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93408" y="2267712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profile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720840" y="269748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Name, alias, photo, accent colour.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links: LinkedIn · ORCID · Scholar · Website.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Alternate emails — informational list (institutional + personal).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supervisors / admin can edit your profile.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16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dashboard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snapshot of where you are right now. The first thing you see when you sign in.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011680"/>
            <a:ext cx="73152" cy="9144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Due this week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33756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37560" y="2011680"/>
            <a:ext cx="73152" cy="91440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353872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3872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7 days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2648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26480" y="2011680"/>
            <a:ext cx="73152" cy="91440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7" name="Text 14"/>
          <p:cNvSpPr/>
          <p:nvPr/>
        </p:nvSpPr>
        <p:spPr>
          <a:xfrm>
            <a:off x="632764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2764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Unread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91540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15400" y="2011680"/>
            <a:ext cx="73152" cy="91440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21" name="Text 18"/>
          <p:cNvSpPr/>
          <p:nvPr/>
        </p:nvSpPr>
        <p:spPr>
          <a:xfrm>
            <a:off x="911656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11656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3108960"/>
            <a:ext cx="11094415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310896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3273552"/>
            <a:ext cx="10774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on it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77240" y="3977640"/>
            <a:ext cx="106372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‘Due soon’ tasks (overdue first), with priority chips.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Upcoming events and meetings, with the next ones at the top.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activity from your supervisors — comments, status changes.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Pending check-in reminder when the week ticks over.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badges mirror these counts — visible from every module.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16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three ways to see them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tasks, three layouts — pick what fits the moment.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Backlog → Done.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980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cards to change status.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Banners on new / updated.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for daily focus.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54456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Table with the full hierarchy.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54456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tasks under a name.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Multi-select to bulk edit.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group / Individual.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Gantt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3932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Timeline grouped by student.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33932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Bars = tasks; ◆ =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a task to see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Dependents indented under parent.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16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the anatomy of a task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Fields &amp; states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Backlog → To do → In progress → Review → Blocked →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Priority L/M/H/U + category, due date,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folder (single) + Links list (papers, websites, repos).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Threaded comments — reply, edit, delete; marked (edited).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📅 badge: count of Calendar events linked to this task.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Dependencies (auto-blocked)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 or more ‘parent’ tasks in the Depends on selector.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task automatically becomes Blocked until every parent is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the last parent is Done, it auto-moves to To do.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Re-opening a parent re-blocks its dependents.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Cycles and cross-student dependencies are rejected.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16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completing &amp; groups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Marking a task completed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don't set Done — a supervisor does.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‘Mark as completed’ (or drag to Done).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✓ completion-requested badge appears; your supervisors get a bell +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supervisor reviews and moves it to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your status changes also show in your supervisors' bell.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&amp; filters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Tick tasks in List view → name → Create group.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 set a group from a task's detail panel.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Grouped rows carry a coloured left bar; ungrouped sit under ‘Individual tasks’.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Toolbar filters: priority, category, group (or Individual only), search.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16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D1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1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meetings, task deadlines, and your supervisors' availability — together.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 see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events (pushed to Google Calendar) — solid chips.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[Task]_… / [Sub-task]_… — auto deadline entries.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events weekly/monthly with a Stop action.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Supervisors' away periods show as ⊘ Unavailable.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update when chat is unread.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 event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 / Month / Week / Day views.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Threaded comments — reply, edit, delete.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Links list (Overleaf docs, references, websites).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 an event to a Task — shows on the task too.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 always render in your browser's timezone.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16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CA7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CA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with your team — and a default ‘Team’ channel each student gets automatically.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&amp; reading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Type, Enter to send; edit/delete your own.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a message — quoted snippet appears.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files; ⌘V to paste a screenshot.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ticks: ✓ sent · ✓✓ delivered · blue when seen.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Per-device sound + volume settings.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&amp; alerts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‘Team · …’ channel for each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more channels with + (with your supervisors).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title: ‘(N) X messaged you’ when unread.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Favicon shows a red count badge.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Sound config in the channel ⋮ menu.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16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Files, Thesis &amp; Publications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 (Drive)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shared Drive folder lives on your supervisor's Google.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any file or folder in a new tab.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and thesis chapters can link a specific folder via the Drive picker — no URL pasting needed.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&amp; publications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Chapters: planned → drafting → in review → revising →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Publications: in prep → submitted → under review → revisions → accepted/published.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can carry a Drive link via the picker.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Used by the Annual review export (Cmd+P → Save as PDF).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16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Papers you should read, and ones you propose for your supervisor's approval.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there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supervisor adds papers (auto-approved) — title, authors, link, status.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items reading / done as you go.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 flow: proposed → approved → reading → done (or rejected).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Proposing a paper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the title/authors and a ‘Why is this relevant?’ note.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supervisors are notified.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approve (with optional comment) or reject (with reason).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items move to the main reading queue.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16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two-minute reflection each week. Your supervisors see it; only they see your wellbeing.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short prompts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this week — what you actually shipped.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Blockers — what's in the way.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week — what you're planning.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it any time during the same week.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 (private)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1–5 score for how the week felt.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Visible only to your supervisors and the admin — never to peers or external advisors.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Helps your supervisors notice rough weeks early.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16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 · where things show up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920240"/>
            <a:ext cx="73152" cy="205740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084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49808" y="2788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 comments, status changes, new readings, away periods.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3429000" y="1920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29000" y="1920240"/>
            <a:ext cx="73152" cy="205740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3630168" y="2084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3630168" y="2788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Pink dot on Chat, orange on Tasks, teal on Calendar.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4206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48640" y="4206240"/>
            <a:ext cx="73152" cy="20574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370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49808" y="5074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Coloured banner / ring on tasks and events with new activity.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3429000" y="4206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429000" y="4206240"/>
            <a:ext cx="73152" cy="205740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20" name="Text 17"/>
          <p:cNvSpPr/>
          <p:nvPr/>
        </p:nvSpPr>
        <p:spPr>
          <a:xfrm>
            <a:off x="3630168" y="4370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3630168" y="5074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update when chat is unread.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309360" y="1920240"/>
            <a:ext cx="5333695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309360" y="1920240"/>
            <a:ext cx="73152" cy="434340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4" name="Text 21"/>
          <p:cNvSpPr/>
          <p:nvPr/>
        </p:nvSpPr>
        <p:spPr>
          <a:xfrm>
            <a:off x="6510528" y="2084832"/>
            <a:ext cx="50136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 supervisor…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6510528" y="2788920"/>
            <a:ext cx="4967935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comments on your task,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changes its status, priority, due date or assignee,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responds to your completion request,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approves / rejects a paper you proposed,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a 🔔 + email (if configured).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510528" y="5760720"/>
            <a:ext cx="4967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Minor text edits stay silent.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16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to the admin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Bug? Idea? Anything else? Send it directly — no email needed.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message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a type: Bug · Suggestion · Other.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subject and a message.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Optionally attach a photo / screenshot.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to admin — they're notified instantly.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responses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Open / Planned / In progress / Done / Declined.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Back-and-forth thread — reply to the admin's reply.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 + email when anyone posts in your thread.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Collapse old entries to keep the list tidy (remembered).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with PhDapp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moments a typical day — from morning standup to Friday wrap-up.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Dashboard — Due this week + next 7 days.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Skim what supervisors changed since yesterday.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through statuses; Mark as completed when done.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Calendar — today's 1:1s; add agenda points.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00CA72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&amp; files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in your Team channel; drag files, ⌘V screenshots.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 — Did / Blockers / Next + wellbeing.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16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 · and if something breaks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tab open — fewer missed alerts.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for back-and-forth; comments for 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Tag tasks with priority + due date.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Drop a weekly check-in even if quiet.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Right-click events → add to your iCal / Calendar.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something breaks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‘Access blocked’ → ask your supervisor to add you.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Calendar/Drive missing → sign out + back 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Sync feels stale → reload the tab.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time looks off → check your timezone.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else → Feedback, type ‘Bug’.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16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PhDapp — for students</dc:title>
  <dc:subject>PptxGenJS Presentation</dc:subject>
  <dc:creator>PhDapp</dc:creator>
  <cp:lastModifiedBy>PhDapp</cp:lastModifiedBy>
  <cp:revision>1</cp:revision>
  <dcterms:created xsi:type="dcterms:W3CDTF">2026-05-21T06:24:31Z</dcterms:created>
  <dcterms:modified xsi:type="dcterms:W3CDTF">2026-05-21T06:24:31Z</dcterms:modified>
</cp:coreProperties>
</file>