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 and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Programme year, status, expected end, thesis title.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Google Scholar · Website — shown as small icons on your profile header and team views.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16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16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16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 (Research, Writing, Lab…).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date auto-creates a calendar event.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Sub-tasks with optional deadlines.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delete; marked (edited).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badge: count of Calendar events linked to this task.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auto deadline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Supervisors' away periods show as ⊘ Unavailable.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views + comments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/ Month / Week / Day views.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‘+N more’ on Month jumps to that Day.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on every event (open → scroll).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an event to a Task — shows on the task too.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 always render in your browser's timezone.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16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item gets a 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admin's reply shows under your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sidebar badge + email when they respond.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(it remembers across visits).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with PhDapp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a typical day — from morning standup to Friday wrap-up.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Dashboard — Due this week + next 7 days.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what supervisors changed since yesterday.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through statuses; Mark as completed when done.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Calendar — today's 1:1s; add agenda points.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&amp; files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in your Team channel; drag files, ⌘V screenshots.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 — Did / Blockers / Next + wellbeing.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2026-05-20T17:38:22Z</dcterms:created>
  <dcterms:modified xsi:type="dcterms:W3CDTF">2026-05-20T17:38:22Z</dcterms:modified>
</cp:coreProperties>
</file>