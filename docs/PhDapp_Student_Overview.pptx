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17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17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17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17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marks ⊘ availability or 🏠 Remote work (green) — optional time range and public reason; striped bands in Week/Day. Click a chip → trash icon on your rows deletes inline. 🎉 Sevilla holidays marked on every view.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17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 📊 Polls (button next to paperclip) — question + 2-10 options, single/multi-vote, optional close date; you see who voted what. URLs auto-link.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17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Auto-shared with you, your supervisors, and any team advisor. External advisors and committee aren't in this folder. 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17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17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17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17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17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17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17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sp>
        <p:nvSpPr>
          <p:cNvPr id="3" name="Icon glyph"/>
          <p:cNvSpPr/>
          <p:nvPr/>
        </p:nvSpPr>
        <p:spPr>
          <a:xfrm>
            <a:off x="548640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</a:rPr>
              <a:t>💡</a:t>
            </a:r>
          </a:p>
        </p:txBody>
      </p:sp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threads your supervisors open up to the whole team — persistent, unlike chat.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you'll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Topics a supervisor marks ‘Whole team’ show up here.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‘Supervisors only’ topics stay hidden from students.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can’t start a topic — but you can fully join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topic keeps its links and documents permanently.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violet sidebar dot flags new topics or comments.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Document-style comments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comment like a document — text, image, more text, in any order.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Attach, paste (⌘V), or drag-and-drop (up to 25 MB each).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Reorder or remove any block; post an image-only comment.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 show inline; documents as download links.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comments; edit or delete your own.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