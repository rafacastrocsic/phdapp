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58444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 + auto task deadlines + your team's availability.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1908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253728" y="27432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for your supervisor.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4980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358444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641908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what you did, blockers, next.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9253728" y="48006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straight to the admin.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app and click ‘Continue with Google’.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that's on your supervisor's list.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write); the app uses your token to push events and read your shared Drive folder.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see ‘Access blocked’, your email isn't on the test users yet — ask your supervisor.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to grant Calendar/Drive? Sign out and back in to re-authorise.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name, alias, photo and accent colour — used across the app.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Programme year, status, expected end, thesis title.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links: LinkedIn, ORCID, personal website.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19456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64008" cy="7772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31520" y="24323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80360" y="2011680"/>
            <a:ext cx="219456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80360" y="2011680"/>
            <a:ext cx="64008" cy="7772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063240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063240" y="24323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12080" y="2011680"/>
            <a:ext cx="219456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12080" y="2011680"/>
            <a:ext cx="64008" cy="7772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5394960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5394960" y="24323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43800" y="2011680"/>
            <a:ext cx="2194560" cy="77724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543800" y="2011680"/>
            <a:ext cx="64008" cy="77724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7726680" y="20665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7726680" y="243230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0175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77240" y="3657600"/>
            <a:ext cx="106372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so you can see them from any module.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36118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7490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49808" y="2651760"/>
            <a:ext cx="3291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columns from Backlog → To do → In progress → Review → Blocked → Done.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9808" y="352044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Highlight banners on new / updated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the daily ‘what to do next’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43400" y="2103120"/>
            <a:ext cx="36118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103120"/>
            <a:ext cx="73152" cy="37490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267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44568" y="2651760"/>
            <a:ext cx="3291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per student with full Group → Task → Sub-task hierarchy.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44568" y="352044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related tasks under a name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or Individual only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138160" y="2103120"/>
            <a:ext cx="361188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103120"/>
            <a:ext cx="73152" cy="37490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2677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39328" y="2651760"/>
            <a:ext cx="3291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 with weekly gridlines and a dashed today line.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339328" y="352044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Bars: each task; ◆ each sub-task deadline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a task to show / hide its sub-tasks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are indented under parents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 (only supervisors set Done).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and category (Research, Writing, Lab work, Coding, Reading…).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date — auto-creates a calendar event.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Sub-tasks (checklist) with optional deadlines.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via the picker; click ‘Open Drive folder’.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— discuss + edit/delete your own; marked (edited).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26060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 to Google Calendar) — solid chips.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auto entries for task &amp; sub-task deadlines (click → peek the task in place).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events: weekly/monthly with a Stop-repeating action.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 (no reason visible).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you have unread chat — works even when the tab isn't focused.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views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— 12 mini-months for big-picture planning.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 — standard grid; ‘+N more’ jumps to that day.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/ Day — hour-by-hour timetable. Overlapping events sit side-by-side, not stacked.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always render in your browser's timezone.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send. Edit / delete your own; ‘(edited)’ mark.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specific message — quoted snippet appears in the thread.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to paste a screenshot.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✓✓ blue when seen.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 settings — sound type + volume per device.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auto ‘Team · …’ channel includes the full supervision team.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the + (only with your own supervisors).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 tab title shows ‘(N) X messaged you’ when unread.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 until you read them.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 (Chime/Ding/Pop/None).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15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18745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49808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 activity from your supervisors — comments, status changes, new readings, away periods.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18745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30168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 (unread), orange on Tasks (new/updates), teal on Calendar.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23360"/>
            <a:ext cx="26974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023360"/>
            <a:ext cx="73152" cy="18745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1879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749808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events with new activity get a coloured banner / ring until you open them.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29000" y="4023360"/>
            <a:ext cx="269748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023360"/>
            <a:ext cx="73152" cy="18745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1879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3630168" y="457200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Browser tab + favicon update when chat is unread, even when the tab isn't focused.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3977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You're directly notified when a supervisor…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510528" y="2560320"/>
            <a:ext cx="50136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 (e.g. moves it to In progress, Review or Done)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priority, assignee, due date or dependencies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 in Reading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10528" y="5349240"/>
            <a:ext cx="5013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 + email (if Resend is configured). Minor text edits stay silent.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item gets a status: Open / Planned / In progress / Done / Declined.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admin's reply shows under your message.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sidebar badge + email when they respond.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(it remembers across visits).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2918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377440"/>
            <a:ext cx="5074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while you work — fewer notifications missed.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channels for back-and-forth; comments for task-specific points.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 tag tasks with priority + due date — your dashboard and Gantt depend on it.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the week was quiet.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to add to your own Google Calendar / iCal.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29184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629400" y="2377440"/>
            <a:ext cx="48764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on sign-in → ask your supervisor to add you.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&amp; back in to re-authorise.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 (background polls reconcile).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browser's timezone; legacy events may need a one-time re-save.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 module, type ‘Bug’.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2026-05-20T08:14:21Z</dcterms:created>
  <dcterms:modified xsi:type="dcterms:W3CDTF">2026-05-20T08:14:21Z</dcterms:modified>
</cp:coreProperties>
</file>