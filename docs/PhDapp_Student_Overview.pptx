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 and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Programme year, status, expected end, thesis title.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Google Scholar · Website — shown as small icons on your profile header and team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 (Research, Writing, Lab, Reading…).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date auto-creates a calendar event.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Sub-tasks with optional deadlines.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via picker; ‘Open Drive folder’.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with edit / delete; marked (edited).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deadline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views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— 12 mini-months for big-picture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— standard grid; ‘+N more’ jumps to that day.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/ Day — hour-by-hour timetable. Overlapping events sit side-by-side, not stacked.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item gets a 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admin's reply shows under your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sidebar badge + email when they respond.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(it remembers across visits).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2026-05-20T08:53:36Z</dcterms:created>
  <dcterms:modified xsi:type="dcterms:W3CDTF">2026-05-20T08:53:36Z</dcterms:modified>
</cp:coreProperties>
</file>