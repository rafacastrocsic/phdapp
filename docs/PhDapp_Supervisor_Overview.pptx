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 (auto-shared with supervisors + team advisors; external advisors and committee excluded).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fields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full URL or just the handle.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 or full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citations URL or just the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(info only — login stays Google).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 (per-student).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student or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are always student-scoped (no team / general).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sub-task deadlines auto-sync as all-day Google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Week/Day view covers all 24h + all-day strip above hours.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Maintenance → Calendar cleanup repairs legacy disparities. 🎉 Sevilla public holidays (incl. Corpus Christi) marked across Month/Week/Day/Year.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(or your students mark themselves) via ⊘ My availability — optional time range and optional public reason, default ‘Unavailable’. Timed blocks draw as striped bands in Week/Day.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 📊 Polls — Q + 2-10 options, single/multi-vote, optional close date; vote tallies + voter avatars visible. Author/admin can Edit/Close/Delete; question + options lock after first vote. URLs auto-link.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(threaded)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 +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submitter ↔ admin can reply each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on every new reply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remembered across visits.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