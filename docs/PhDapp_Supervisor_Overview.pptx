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links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paste a full URL or just the handle (e.g. ada-lovelace).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id, or the orcid.org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the citations URL, or just your Scholar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 — any URL.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task detail.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group or Individual.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Edit; ‘Related task’ peek-opens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+ Links list on every event.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2026-05-21T05:21:34Z</dcterms:created>
  <dcterms:modified xsi:type="dcterms:W3CDTF">2026-05-21T05:21:34Z</dcterms:modified>
</cp:coreProperties>
</file>