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58444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1908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25372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4980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358444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641908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25372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49808" y="24231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44568" y="24231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339328" y="24231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49808" y="44348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4544568" y="44348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8339328" y="44348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primary supervisor adds the student (name, email, year, status).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chat channel is created with the whole team + the student.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profile, Share Drive + Share calendar create shared resources (in your Google account).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student already exists in another Google account, the admin can backfill missing team channels.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alias/name, status, links (LinkedIn, ORCID, website).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36118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965960"/>
            <a:ext cx="73152" cy="3749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30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49808" y="2514600"/>
            <a:ext cx="3291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 Sub-task progress, due-dates, group chips, dependency ⛓ marker.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9808" y="329184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on new / updated cards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 (or wait for student request)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category, group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1965960"/>
            <a:ext cx="36118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1965960"/>
            <a:ext cx="73152" cy="3749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130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44568" y="2514600"/>
            <a:ext cx="3291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table, one section per student.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44568" y="329184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left bar for grouped rows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‘Individual tasks’ header separates ungrouped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or add to existing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138160" y="1965960"/>
            <a:ext cx="36118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1965960"/>
            <a:ext cx="73152" cy="3749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130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39328" y="2514600"/>
            <a:ext cx="3291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 grouped by student.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339328" y="329184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a task to expand / collapse its sub-tasks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deadline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their parent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2606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 completion (or drag to Done).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Tasks badge + email.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→ move to Done to confirm, or comment.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89120" y="182880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1828800"/>
            <a:ext cx="73152" cy="26060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90288" y="19933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61772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 tasks; child auto-Blocks.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auto To do.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children.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deps rejected.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229600" y="1828800"/>
            <a:ext cx="3413455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828800"/>
            <a:ext cx="73152" cy="26060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430768" y="1993392"/>
            <a:ext cx="3093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458200" y="2377440"/>
            <a:ext cx="3047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OR from a task's detail panel.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the board by specific group or Individual-only.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chip on every Board card.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Disband/rename groups from the group header.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· meetings, deadlines, availability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lands on the student's shared calendar (or the admin-defined General calendar for unassigned).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(daily/weekly/monthly, until a date) — pushed as native recurrence.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the Edit dialog; ‘Related task’ link makes the event peek-open the task.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 (no more drift).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(priority/category set in the meeting panel).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3703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Workspace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notes shared by supervisors+admin only.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shared Drive folder (admin-set).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students/advisors/committee.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89120" y="1828800"/>
            <a:ext cx="37033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90288" y="19933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617720" y="23774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Team Advisors post suggestions tagged with students.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the Team sidebar when new ones arrive.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229600" y="1828800"/>
            <a:ext cx="34134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828800"/>
            <a:ext cx="73152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430768" y="1993392"/>
            <a:ext cx="3093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458200" y="2377440"/>
            <a:ext cx="3047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 tasks, overdue.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who's overloaded.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Other, with an optional photo.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(Open / Planned / In progress / Done / Declined) + admin reply inline.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it remembers your collapsed set.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2026-05-20T08:14:21Z</dcterms:created>
  <dcterms:modified xsi:type="dcterms:W3CDTF">2026-05-20T08:14:21Z</dcterms:modified>
</cp:coreProperties>
</file>