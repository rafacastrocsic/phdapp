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workspace,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whole supervision.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Students, tasks, calendar, chat — and everything that connects them.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SUPERVISORS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PhDapp 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workspace covering everything you do day-to-day with PhD students.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 profile with team, thesis, publications, reading.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1945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with dependencies, groups, sub-tasks.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19456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per-student Google calendar + structured 1:1 meetings.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194560"/>
            <a:ext cx="73152" cy="178308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per student / co-supervisors; auto Team channel.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 with student-proposal approval flow.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2519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reflection + private wellbeing score.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Printable per-student summary, ready as PDF.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trail of who did what, when.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19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&amp; access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student, different views. Roles set what each member can see and do.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owner of a student. Full read + write.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4340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454456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Co-supervisor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4456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writes. Sits in the team chat. Co-decides.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3816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74520"/>
            <a:ext cx="73152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833932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advisor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3932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peer, read-only — including private notes and wellbeing. Posts to the Advisor Suggestions thread.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8620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advisor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4980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Read-only, no private material; can comment on tasks.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4340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43400" y="3886200"/>
            <a:ext cx="73152" cy="178308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5" name="Text 22"/>
          <p:cNvSpPr/>
          <p:nvPr/>
        </p:nvSpPr>
        <p:spPr>
          <a:xfrm>
            <a:off x="454456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Committee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54456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access during reviews. No private material.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13816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138160" y="388620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29" name="Text 26"/>
          <p:cNvSpPr/>
          <p:nvPr/>
        </p:nvSpPr>
        <p:spPr>
          <a:xfrm>
            <a:off x="833932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33932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App-wide owner. Adds users, manages settings, runs maintenance.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19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students &amp; teams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student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or supervisor adds them (name, email, year, status).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auto Team channel is created for the whole team.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→ Share Drive + Share calendar set up shared resources.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can backfill missing team channels for older students.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team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co-supervisors, team advisors, external advisors, committee members.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roles or remove members (with a confirm prompt).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role is configured per-student — the same person can supervise A and team-advise B.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19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 · external links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user — supervisor, advisor, committee — can attach professional profile links. They show as small icons beside your name everywhere you appear in the team.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5486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3317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963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to edit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971800"/>
            <a:ext cx="5074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My profile (your own).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user card (any user, admin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page → click your card → ProfileEditor.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edit theirs from the student profile (Edit).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2331720"/>
            <a:ext cx="524225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23317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249631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Supported links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971800"/>
            <a:ext cx="48764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— paste a full URL or just the handle (e.g. ada-lovelace).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ORCID — the 0000-0000-0000-0000 id, or the orcid.org URL.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Scholar — the citations URL, or just your Scholar user 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website (students only) — any URL.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19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profile · the central page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page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Header: name, alias, status, profile icon-links (LinkedIn · ORCID · Scholar · Website).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actions: Tasks · Calendar · Drive · Chat · Annual review · ✨ Catch-up.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Cards: thesis, publications, supervision team, recent activity, upcoming meetings.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Edits (and Delete) gated to supervisors / admin.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Catch-up summary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click → a plain-text digest for any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/ overdue / blocked tasks · upcoming + recent events · thesis/pubs status · latest check-in.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button — drop into notes or a 1:1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Read-only; respects privacy (wellbeing only for supervisor-private viewers).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19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oversee a student or a portfolio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Board / List / Gantt as the student — filtered by student, group, priority, category.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change status.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 on new / updated cards.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Done, or confirm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student, priority, group.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→ Task → Sub-task table.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bar for grouped rows.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‘Individual tasks’ separates ungrouped.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bulk-group / add.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Dependency-ordered timeline.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markers on each sub-task 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19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approval, dependencies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approval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request, or drag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bell + badge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in Done, or comment back.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parents; child auto-Blocks.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parents Done → child auto-To-do.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Cycles, cross-student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from List multi-select.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task detail.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board by group or Individual.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19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· meetings, deadlines, availability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sync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Google Calendar (student's shared, or General).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(daily/weekly/monthly) pushed natively.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Re-assign a student via Edit; ‘Related task’ peek-opens 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 are timezone-stable across edit/save.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meetings &amp; availability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an event as a 1:1 meeting → agenda + notes + action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items → tasks: one-click create tasks (priority/category set in the meeting panel).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yourself away via My availability — students see opaque ‘Unavailable’ blocks.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19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· channels for the team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Team · ‹student› channel includes the whole supervision team + the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Spin up co-supervisor or 1:1 channels as needed.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channel: name, description, colour and members (member changes confirmed).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channel removes all messages (no undo).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features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message; quoted snippet in the bubble.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Ctrl/⌘+V paste images.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 (sent/delivered/seen).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notification sound + volume (⋮ → Notification sound).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19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approval flow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propose papers with a ‘Why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them in the Pending Approval card.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(with optional comment) or reject (with reason) — the student is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appear in the main queue with status tracking.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(planned → drafting → in review → revising → done) and pubs (in prep → published).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picker per item.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Feeds the Annual review export (print to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19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check-ins &amp; wellbeing (private)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Per-week: did / blockers / next.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one card on the student's profile, with history.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no-check-in week is highlighted so you don't miss it.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1–5 score, optional, supervisor-private.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into the digest only for supervisors/admin/team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visible to other students, external advisors, or committee.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19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244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244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 &amp; history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logged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/ event / reading / availability / student-profile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meaningful changes — auto-save bursts coalesce into one entry.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Summaries are human-readable: ‘Title — moved to In progress, due May 20’.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task has its own History panel from the detail dialog.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see only their own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see everything for their students + co-supervisors'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Admins see everything; can export or purge the log.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19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workspace, advisors &amp; workload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shared by supervisors + admin.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shared team Drive folder.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from students + advisors.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suggestions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 post tagged suggestions.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Violet bubble on Team sidebar.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read; advisors author.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table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Per-supervisor: students,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Per-student: status,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load — spot overloads.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19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&amp; email digest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In-app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bell: task/event/reading changes; co-supervisor away periods; student completion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per module; coloured ring/banner on new/updated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+ sound when chat is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comment / change a student's task meaningfully, they're notified directly (bell + email).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email digest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morning per-supervisor summary (when Resend is configured).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of overdue tasks, low-wellbeing check-ins, new readings.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Opt-out in Settings → Notifications.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19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admin · Annual review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/ Suggestion / Other, with an optional photo.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(Open / Planned / In progress / Done / Declined) + admin reply inline.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entries; it remembers your collapsed set.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 export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Print-styled page at /students/[id]/review?from=&amp;to=.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is a student-details block; then thesis, publications, completed/overdue tasks, meetings, check-in text.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Hard-excludes private supervisor notes and wellbeing scores.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Cmd+P → Save as PDF for a clean document.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19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supervisor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from a normal supervision day, end-to-end.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scan — counts across all students; bell first.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Triage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completion requests; reassign or re-prioritise.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prep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student → ✨ Catch-up → paste into agenda.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event as 1:1 → notes + actions → one-click tasks.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/ reject paper proposals from students.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check-ins + wellbeing; touch base with anyone low.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19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team advisor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across the students you advise, with one write — suggestions to supervisors.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 student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students you advise show up — pick one.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E244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up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log, recent tasks, comments, latest check-in.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team's 1:1 notes and agenda items.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1–5 wellbeing scores — flagged trends matter.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in Advisor Suggestions, tagged with the student(s).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Review page when asked for formal input.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19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&amp;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✨ Catch-up before a 1:1 — paste it into the meeting notes.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when you discuss a specific work-package.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a task for nudges; chat for back-and-forth.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admin Backfill missing team channels once after this release.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Troubleshooting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sync to iCal: use https://www.google.com/calendar/syncselect to tick the shared calendar.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push to Google fails → ‘Sync calendar’ from the student profile retries ACL grants.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 data → reload (polls reconcile within 8s).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Feedback module, attach a screenshot.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19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supervisors</dc:title>
  <dc:subject>PptxGenJS Presentation</dc:subject>
  <dc:creator>PhDapp</dc:creator>
  <cp:lastModifiedBy>PhDapp</cp:lastModifiedBy>
  <cp:revision>1</cp:revision>
  <dcterms:created xsi:type="dcterms:W3CDTF">2026-05-20T08:53:36Z</dcterms:created>
  <dcterms:modified xsi:type="dcterms:W3CDTF">2026-05-20T08:53:36Z</dcterms:modified>
</cp:coreProperties>
</file>