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 (auto-shared with supervisors + team advisors; external advisors and committee excluded).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