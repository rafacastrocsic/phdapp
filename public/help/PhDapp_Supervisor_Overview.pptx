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310896" cy="310896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3" name="Shape 1"/>
          <p:cNvSpPr/>
          <p:nvPr/>
        </p:nvSpPr>
        <p:spPr>
          <a:xfrm>
            <a:off x="1261872" y="1371600"/>
            <a:ext cx="310896" cy="310896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4" name="Shape 2"/>
          <p:cNvSpPr/>
          <p:nvPr/>
        </p:nvSpPr>
        <p:spPr>
          <a:xfrm>
            <a:off x="1700784" y="1371600"/>
            <a:ext cx="310896" cy="3108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workspace,</a:t>
            </a:r>
            <a:endParaRPr lang="en-US" sz="4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whole supervision.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04672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Students, tasks, calendar, chat, discussions — and everything that connects them.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 TOUR · FOR SUPERVISORS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PhDapp 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hub for everything you do day-to-day with your PhD students.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211226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048256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86384" y="2459736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Per-student profile: team, thesis, reading, activity.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95396" y="1874520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FF7A45">
              <a:alpha val="9000"/>
            </a:srgbClr>
          </a:solidFill>
          <a:ln w="12700">
            <a:solidFill>
              <a:srgbClr val="FF7A45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4852" y="2112264"/>
            <a:ext cx="182880" cy="18288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6" name="Text 14"/>
          <p:cNvSpPr/>
          <p:nvPr/>
        </p:nvSpPr>
        <p:spPr>
          <a:xfrm>
            <a:off x="3898316" y="2048256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33140" y="2459736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/ List / Gantt with dependencies &amp; groups.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42152" y="1874520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00D1C1">
              <a:alpha val="9000"/>
            </a:srgbClr>
          </a:solidFill>
          <a:ln w="12700">
            <a:solidFill>
              <a:srgbClr val="00D1C1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1608" y="2112264"/>
            <a:ext cx="182880" cy="182880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20" name="Text 18"/>
          <p:cNvSpPr/>
          <p:nvPr/>
        </p:nvSpPr>
        <p:spPr>
          <a:xfrm>
            <a:off x="6745072" y="2048256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79896" y="2459736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Google calendar + structured 1:1s.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88907" y="1874520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00CA72">
              <a:alpha val="9000"/>
            </a:srgbClr>
          </a:solidFill>
          <a:ln w="12700">
            <a:solidFill>
              <a:srgbClr val="00CA72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8363" y="2112264"/>
            <a:ext cx="182880" cy="182880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24" name="Text 22"/>
          <p:cNvSpPr/>
          <p:nvPr/>
        </p:nvSpPr>
        <p:spPr>
          <a:xfrm>
            <a:off x="9591827" y="2048256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26651" y="2459736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Per-student channels; an auto Team channel.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95928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6F4CFF">
              <a:alpha val="9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4233672"/>
            <a:ext cx="182880" cy="18288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169664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86384" y="4581144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topic threads for the team.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95396" y="3995928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00D1C1">
              <a:alpha val="9000"/>
            </a:srgbClr>
          </a:solidFill>
          <a:ln w="12700">
            <a:solidFill>
              <a:srgbClr val="00D1C1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4852" y="4233672"/>
            <a:ext cx="182880" cy="182880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32" name="Text 30"/>
          <p:cNvSpPr/>
          <p:nvPr/>
        </p:nvSpPr>
        <p:spPr>
          <a:xfrm>
            <a:off x="3898316" y="4169664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Work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633140" y="4581144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personal board of everything you own.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42152" y="3995928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6F4CFF">
              <a:alpha val="9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1608" y="4233672"/>
            <a:ext cx="182880" cy="18288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36" name="Text 34"/>
          <p:cNvSpPr/>
          <p:nvPr/>
        </p:nvSpPr>
        <p:spPr>
          <a:xfrm>
            <a:off x="6745072" y="4169664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479896" y="4581144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list with a proposal-approval flow.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88907" y="3995928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2196F3">
              <a:alpha val="9000"/>
            </a:srgbClr>
          </a:solidFill>
          <a:ln w="12700">
            <a:solidFill>
              <a:srgbClr val="2196F3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08363" y="4233672"/>
            <a:ext cx="182880" cy="18288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0" name="Text 38"/>
          <p:cNvSpPr/>
          <p:nvPr/>
        </p:nvSpPr>
        <p:spPr>
          <a:xfrm>
            <a:off x="9591827" y="4169664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review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9326651" y="4581144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Printable per-student summary, ready as PDF.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&amp; access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are set per student — the same person can supervise one student and advise another.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access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supervisor — owns the student; full read + write; manages the team.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Co-supervisor — full read + write; sits in the team chat and co-decides.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— app-wide owner; adds users, manages settings, runs maintenance.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roles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advisor — senior internal colleague; sees everything (incl. private notes &amp; wellbeing), changes nothing; sends suggestions.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advisor — from outside the institution; read-only, can still comment on tasks.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Committee member — read-only during reviews; no private material.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&amp; supervision teams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student has a profile page with their team, thesis, reading and activity.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&amp; teams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co-supervisors, team advisors, external advisors or committee — each role is per-student.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 primary supervisor or admin manages the team; promote a co-supervisor with the crown.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Auto-shared on the Drive folder &amp; calendar: supervisors and team advisors (not external / committee).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Catch-up summary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click gives a plain-text digest to get up to speed before a 1:1.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Recently-updated tasks and events with inline comment quotes and deep links.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counts, thesis/pub status and the latest check-in; Copy drops it into an email.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 &amp; the Done column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Board, List and Gantt across a single student or your whole portfolio.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views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— drag to change status; new / updated cards flag a pulsing ring.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— the Group → Task → Sub-task table; multi-select to group.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Gantt — dependency-ordered timeline; ◆ marks each sub-task deadline.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Done column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Recent-first: 7 / 14 / 30 days or All; older completions fold into a rollup.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completion mini-chart — a bar per week for 8 weeks + “N this week · N this month”.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count badge stays the true total; nothing is deleted or archived.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the 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Create, organise, approve completions — with a safety net.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&amp; organise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Title, student, assignee, priority, category and a due date (auto-adds a Google all-day event).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Depends on: parents auto-Block the child; all parents Done → child auto To-do.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from List multi-select; filter by student, priority, category or group.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Approve, visibility &amp; undo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request Done — confirm it or comment back; you’re notified with bell + badge + email.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are always student-scoped; events can be student-specific or General.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is a soft delete with an Undo toast; a red placeholder marks a teammate’s deletion.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Views, sync &amp; availability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events, task deadlines and away time — Year / Month / Week / 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&amp; sync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events to the student’s shared Google Calendar (or a General one).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events (daily / weekly / monthly) pushed as a real series.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and sub-task deadlines auto-sync as all-day entries; 🎉 Sevilla holidays marked everywhere.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availability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⊘ Away or 🏠 Remote (green); all-day or a time range with an optional public reason.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Timed blocks draw as striped bands in Week/Day; delete your own inline.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to every role now — students mark their own vacations and remote days too.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Meetings &amp; who’s around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1:1s, invites, and a team-wide availability roll-up.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meetings &amp; invites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any event a 1:1 — agenda, notes and action items that become the student’s tasks.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Invite people from the team; each gets a 🔔 and RSVPs Going / Maybe / Can’t.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Threaded comments live on every event for pre- and post-meeting notes.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availability summary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 Team availability rolls up everyone’s away / remote periods in one place.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Toggle Next 7 days / Next 30 days, grouped by person and anchored to today.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Covers every team you can see and refreshes as availability changes.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C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automatic Team channel per student, plus any channels you spin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with a quoted snippet; edit or delete your own; drag-drop or paste files (25 MB, 7-day).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ticks: ✓ sent · ✓✓ delivered · blue ✓✓ seen.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Polls with 2–10 options, single or multi-vote and an optional close date.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“Team · ‹student›” channel for the whole supervision team + the student.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a channel’s name, colour and members (membership changes are confirmed).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Unread tab title + favicon badge, and a per-device notification sound.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   ·   NEW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persistent, topic-first space — brainstorms and decisions that never expire.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topic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+ opening post, a Links list and an optional Drive folder — all permanent.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Visibility: Supervisors only (the senior team) or Whole team (students included).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Optionally tag a student — a label, not an access rule; pin, close or delete your topic.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Document-style comments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a line, then drop / paste / attach an image below it; reorder blocks freely.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inline, documents as download chips; attachments permanent up to 25 MB.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for replies and edits; a violet badge flags new topics or comments.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WORK   ·   NEW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💼 Your own board of everything you’re involved in — grants, service, a defense — beyond the student boards.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item holds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High / Medium / Low, a status, and a % that auto-computes from a checklist.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Notes, a Links list, a Drive folder — and live references to a student, task or event.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 checklist steps right on the card; pinned items always sort to the top.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by default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item is private to you; a per-item Share toggle exposes it (marked 👥) read-only to the team.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Optionally “let the team comment” on a shared item.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&amp; filter by author and priority. Admins, supervisors and team advisors have it.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Reading, thesis &amp; files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paper trail, the thesis record and the shared Drive.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" y="193852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3832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propose papers with a “Why relevant?” note.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or reject with a comment; add papers directly (auto-approved).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To read → Reading → Read; a bubble flags new proposals.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2029968"/>
            <a:ext cx="155448" cy="155448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193852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&amp; publications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389120" y="2423160"/>
            <a:ext cx="33832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 Planned → Done; publications in prep → published.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Drive picker per chapter or paper.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Feeds the Annual review export.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029968"/>
            <a:ext cx="155448" cy="155448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7" name="Text 15"/>
          <p:cNvSpPr/>
          <p:nvPr/>
        </p:nvSpPr>
        <p:spPr>
          <a:xfrm>
            <a:off x="8494776" y="193852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(Drive)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0" y="2423160"/>
            <a:ext cx="33832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Per-student shared Drive folder; star favourites.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 Drive entry sits atop the sidebar.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Auto-shared with supervisors &amp; team advisors.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Check-ins, notes &amp; annual review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signals, candid internal notes and the formal yearly packet.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" y="193852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check-ins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3832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week: did / blockers / next, with history.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missed-check-in week is highlighted.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 1–5 — supervisor-private.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202996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193852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supervisor notes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389120" y="2423160"/>
            <a:ext cx="33832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Amber panel; supervisors + admin only.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sent to the student’s browser.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candid internal observations.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029968"/>
            <a:ext cx="155448" cy="155448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7" name="Text 15"/>
          <p:cNvSpPr/>
          <p:nvPr/>
        </p:nvSpPr>
        <p:spPr>
          <a:xfrm>
            <a:off x="8494776" y="193852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review export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0" y="2423160"/>
            <a:ext cx="33832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Print-styled packet: details, thesis, pubs, tasks, meetings, check-ins.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Excludes wellbeing &amp; private notes.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Cmd+P → Save as PDF for a clean document.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page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supervisory team coordinates, advisors weigh in, and workload is visible.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" y="193852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workspace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3832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Drive folder + internal group notes.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 + admin only.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from students &amp; advisors.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202996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193852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suggestions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389120" y="2423160"/>
            <a:ext cx="33832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advisors post suggestions, tagged to students or General.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violet Team bubble flags new ones (kept off the 🔔 bell).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 read; advisors author.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02996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7" name="Text 15"/>
          <p:cNvSpPr/>
          <p:nvPr/>
        </p:nvSpPr>
        <p:spPr>
          <a:xfrm>
            <a:off x="8494776" y="193852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0" y="2423160"/>
            <a:ext cx="33832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Per-supervisor: students, open, overdue.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Per-student: status, open, overdue.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Sorted by load — spot overloads.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24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log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chronological record of everything that happens in the workspace.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E2445C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gets logged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Tasks, events, readings, availability, profile and team changes.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real changes — auto-save bursts coalesce into one entry.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Summaries read like “‘Draft intro’ — moved to In progress, due May 20”.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E2445C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task entry has an “open task” quick view without leaving the log.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 never saw that task” → check who created it and when.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 see all their students; admins can export or purge the log.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3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IN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Alerts, digest &amp; feedback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activity reaches you, and how you reach the admins.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&amp; weekly digest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 bell + sidebar badges for tasks, events, readings and away periods.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 or change a student’s task and they’re notified directly (bell + email).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Monday email digest is built but not switched on yet — use the bell meanwhile.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to the admin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 Bug, Suggestion or Other with an optional screenshot.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Open → Planned → In progress → Done / Declined.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threaded back-and-forth; a badge flags new replies.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is built 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783080"/>
            <a:ext cx="9082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Help section in the sidebar — it opens this supervisor manual inside the app. Admins also get a dedicated admin manual.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209544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7" name="Text 5"/>
          <p:cNvSpPr/>
          <p:nvPr/>
        </p:nvSpPr>
        <p:spPr>
          <a:xfrm>
            <a:off x="1389888" y="31181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you’re stuck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70432" y="3593592"/>
            <a:ext cx="4416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in the sidebar opens your role’s manual.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Can’t see a task? Check the All students filter.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22415" y="288036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42455" y="3209544"/>
            <a:ext cx="155448" cy="155448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1" name="Text 9"/>
          <p:cNvSpPr/>
          <p:nvPr/>
        </p:nvSpPr>
        <p:spPr>
          <a:xfrm>
            <a:off x="7089343" y="31181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stuck?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69887" y="3593592"/>
            <a:ext cx="4416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to Google failed → “Sync calendar” on the profile.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else → the Feedback module reaches the admin.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to PhDapp.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766664" y="5669280"/>
            <a:ext cx="146304" cy="146304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22696" y="5669280"/>
            <a:ext cx="146304" cy="146304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8728" y="5669280"/>
            <a:ext cx="146304" cy="146304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PhDapp — Supervisor Overview</dc:title>
  <dc:subject>PptxGenJS Presentation</dc:subject>
  <dc:creator>PhDapp</dc:creator>
  <cp:lastModifiedBy>PhDapp</cp:lastModifiedBy>
  <cp:revision>1</cp:revision>
  <dcterms:created xsi:type="dcterms:W3CDTF">2026-09-02T05:29:39Z</dcterms:created>
  <dcterms:modified xsi:type="dcterms:W3CDTF">2026-09-02T05:29:39Z</dcterms:modified>
</cp:coreProperties>
</file>